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工廠安全偵測系統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22402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帽子與口罩佩戴偵測 ｜ 微物件偵測技術研究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288036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1546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C4F7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3154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YOLO11n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31546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C4F70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3154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SAHI 切片推理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1546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C4F7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154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FPN 多尺度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31546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1C4F7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1546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即時偵測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9DB8"/>
                </a:solidFill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研究背景與動機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C4F70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91440" cy="3566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核心挑戰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356616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影像壓縮至 640×640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帽子像素縮到 &lt;8px，特徵消失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56616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俯角拍攝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圓形托盤與帽子外觀相似，誤判率高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566160" cy="8229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⚠  </a:t>
            </a:r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遠距工人信心值低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僅 0.40，幾乎在閾值邊緣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43000"/>
            <a:ext cx="91440" cy="3566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</a:rPr>
              <a:t>本專題目標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</a:rPr>
              <a:t>食品加工廠俯角監控場景
</a:t>
            </a:r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即時偵測工作人員是否正確佩戴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帽子（Hat）</a:t>
            </a: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 ＋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口罩（Mask）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確保衛生安全合規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參考研究：PRB-FPN 微物件偵測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C4F70"/>
                </a:solidFill>
              </a:rPr>
              <a:t>02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</a:rPr>
              <a:t>國立陽明交通大學 謝君偉教授 ｜ 2022 智慧創新暨跨域整合創作競賽 數位永續科技組 第三名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65960"/>
            <a:ext cx="19202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偵測距離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2 公里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一般設備僅 200 公尺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19659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965960"/>
            <a:ext cx="192024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多尺度偵測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各種大小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1460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從極微小到正常尺寸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9659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965960"/>
            <a:ext cx="192024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干擾過濾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洋流模組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區分白海豚與寶特瓶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2280" y="196596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965960"/>
            <a:ext cx="192024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部署門檻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25603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手機可跑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搭載無人機即可使用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核心思路：「保留局部細節以提升微物件偵測精度」→ 本專題技術選型的重要參考依據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技術比較：傳統 YOLO vs. 微物件偵測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C4F70"/>
                </a:solidFill>
              </a:rPr>
              <a:t>03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286000"/>
                <a:gridCol w="2286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比較面向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傳統 YOLO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E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PRB-FPN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SAHI 切片</a:t>
                      </a:r>
                      <a:endParaRPr lang="en-US" sz="12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B5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輸入處理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整圖壓縮 640×640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多尺度特徵，不壓縮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切 256–640px 小塊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小物件能力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≥32px 才穩定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2 公里外目標可偵測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局部放大後再偵測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特徵金字塔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v3 後引入標準 FPN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平行特激 PRB 強化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沿用 FPN + 切片補足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誤判處理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NMS + 信心門檻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洋流模組過濾干擾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跨切片 NMS 合併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部署難度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GPU/CPU 均可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手機可直接運行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需 GPU（CPU 慢 3×）</a:t>
                      </a:r>
                      <a:endParaRPr lang="en-US" sz="1100" dirty="0"/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SAHI 切片推理原理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D4E8"/>
                </a:solidFill>
              </a:rPr>
              <a:t>Slicing Aided Hyper Inference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54480" cy="2194560"/>
          </a:xfrm>
          <a:prstGeom prst="rect">
            <a:avLst/>
          </a:prstGeom>
          <a:solidFill>
            <a:srgbClr val="0F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55448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原始大圖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1920×1080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物件像素不足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246888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1371600"/>
            <a:ext cx="1554480" cy="2194560"/>
          </a:xfrm>
          <a:prstGeom prst="rect">
            <a:avLst/>
          </a:prstGeom>
          <a:solidFill>
            <a:srgbClr val="0F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03120" y="1371600"/>
            <a:ext cx="155448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508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切片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512×512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重疊 20%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0" y="2468880"/>
            <a:ext cx="5486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1371600"/>
            <a:ext cx="1554480" cy="2194560"/>
          </a:xfrm>
          <a:prstGeom prst="rect">
            <a:avLst/>
          </a:prstGeom>
          <a:solidFill>
            <a:srgbClr val="0F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931920" y="1371600"/>
            <a:ext cx="155448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840" y="1508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YOLO + FPN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各切片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獨立推理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2468880"/>
            <a:ext cx="54864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0" y="1371600"/>
            <a:ext cx="1554480" cy="2194560"/>
          </a:xfrm>
          <a:prstGeom prst="rect">
            <a:avLst/>
          </a:prstGeom>
          <a:solidFill>
            <a:srgbClr val="0F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1371600"/>
            <a:ext cx="155448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607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NMS 合併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去除重複框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座標還原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2468880"/>
            <a:ext cx="54864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1371600"/>
            <a:ext cx="1554480" cy="2194560"/>
          </a:xfrm>
          <a:prstGeom prst="rect">
            <a:avLst/>
          </a:prstGeom>
          <a:solidFill>
            <a:srgbClr val="0F335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1371600"/>
            <a:ext cx="1554480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8092440" y="15087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0924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5895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完整結果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895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還原至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DD4E8"/>
                </a:solidFill>
              </a:rPr>
              <a:t>原始座標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840480"/>
            <a:ext cx="8595360" cy="960120"/>
          </a:xfrm>
          <a:prstGeom prst="rect">
            <a:avLst/>
          </a:prstGeom>
          <a:solidFill>
            <a:srgbClr val="0F335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D4E8"/>
                </a:solidFill>
              </a:rPr>
              <a:t>效能數據（1600×1166 影像，48 切片）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2062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模式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CPU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GPU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D4E8"/>
                          </a:solidFill>
                        </a:rPr>
                        <a:t>不使用 Sliding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2.52 秒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3.80 秒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DD4E8"/>
                          </a:solidFill>
                        </a:rPr>
                        <a:t>使用 Sliding 切片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30.08 秒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9.62 秒  ← 快 CPU 3×</a:t>
                      </a:r>
                      <a:endParaRPr lang="en-US" sz="11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4F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3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C4F70"/>
                </a:solidFill>
              </a:rPr>
              <a:t>05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09728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527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帽子 / 口罩偵測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模型：best.pt（自訓練 YOLO11n）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推理：SAHI 切片推理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偵測類別：hat、mask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71800"/>
            <a:ext cx="109728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81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人員偵測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</a:rPr>
              <a:t>模型：yolo11s.pt（COCO 預訓練）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推理：一般 YOLO predict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偵測類別：person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1143000"/>
            <a:ext cx="4389120" cy="361188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1280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合規判斷邏輯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783080"/>
            <a:ext cx="3931920" cy="548640"/>
          </a:xfrm>
          <a:prstGeom prst="rect">
            <a:avLst/>
          </a:prstGeom>
          <a:solidFill>
            <a:srgbClr val="0F3352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1783080"/>
            <a:ext cx="73152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OK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1783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帽子 ✓  口罩 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2468880"/>
            <a:ext cx="3931920" cy="548640"/>
          </a:xfrm>
          <a:prstGeom prst="rect">
            <a:avLst/>
          </a:prstGeom>
          <a:solidFill>
            <a:srgbClr val="0F335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246888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No Hat!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0" y="2468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帽子 ✗  口罩 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3154680"/>
            <a:ext cx="3931920" cy="548640"/>
          </a:xfrm>
          <a:prstGeom prst="rect">
            <a:avLst/>
          </a:prstGeom>
          <a:solidFill>
            <a:srgbClr val="0F3352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315468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No Mask!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3154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帽子 ✓  口罩 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3840480"/>
            <a:ext cx="3931920" cy="548640"/>
          </a:xfrm>
          <a:prstGeom prst="rect">
            <a:avLst/>
          </a:prstGeom>
          <a:solidFill>
            <a:srgbClr val="0F3352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3840480"/>
            <a:ext cx="73152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No PPE!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943600" y="3840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帽子 ✗  口罩 ✗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模型選擇建議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C4F70"/>
                </a:solidFill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推薦組合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54480"/>
            <a:ext cx="9144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人員偵測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yolo11s.pt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62763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 版精度 &gt; n 版，俯角密集人群更準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77440"/>
            <a:ext cx="91440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</a:rPr>
              <a:t>帽子/口罩偵測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715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YOLO11s（自訓練）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4505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nano 太弱，medium+SAHI 太慢，small 為甜蜜點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</a:rPr>
              <a:t>依 GPU 規格選擇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0332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顯卡等級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推薦組合</a:t>
                      </a:r>
                      <a:endParaRPr lang="en-US" sz="12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RTX 3060 以上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yolo11s + SAHI slice=640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GTX 1660 / RTX 3050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yolo11n + SAHI slice=512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</a:rPr>
                        <a:t>僅 CPU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2540"/>
                          </a:solidFill>
                        </a:rPr>
                        <a:t>yolov8n + SAHI slice=384（幀率低，不建議即時串流）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現存問題與改善方向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1C4F70"/>
                </a:solidFill>
              </a:rPr>
              <a:t>07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43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圓形托盤誤判為帽子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原因：俯角下圓形特徵相似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改善：補充托盤負樣本重新訓練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856232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56232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01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遠距信心值偏低（0.40）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0370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原因：訓練資料缺乏俯角/斜角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947672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85623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改善：補充俯角拍攝帽子樣本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15184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66090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髮網型帽類漏偵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626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原因：髮網外觀差異大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706624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615184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改善：資料集補充多種帽型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374136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374136"/>
            <a:ext cx="91440" cy="6583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4198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Workers 計數為零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7216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原因：person model 路徑錯誤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465576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3374136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改善：確認 --person-model 路徑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133088"/>
            <a:ext cx="85953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133088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1788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</a:rPr>
              <a:t>斜角偵測不佳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480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原因：訓練資料角度不足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4224528"/>
            <a:ext cx="18288" cy="4754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4133088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改善：補充 45°–90° 俯角樣本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結論與未來方向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D4E8"/>
                </a:solidFill>
              </a:rPr>
              <a:t>本專題成果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4708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830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整合 SAHI 切片推理 + YOLO11n FPN，解決俯角小物件漏偵問題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41401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500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雙模型架構（人員偵測 + 帽子/口罩偵測）獨立分工，合規邏輯清晰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8094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1693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確認 best.pt 為 YOLO11n，包含 C3k2、C2PSA、FPN Concat 等完整架構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D4E8"/>
                </a:solidFill>
              </a:rPr>
              <a:t>未來發展方向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7955280" cy="320040"/>
          </a:xfrm>
          <a:prstGeom prst="rect">
            <a:avLst/>
          </a:prstGeom>
          <a:solidFill>
            <a:srgbClr val="0D3B5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 換用 YOLO11s 重新訓練，改善遠距及俯角偵測精度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041648"/>
            <a:ext cx="7955280" cy="320040"/>
          </a:xfrm>
          <a:prstGeom prst="rect">
            <a:avLst/>
          </a:prstGeom>
          <a:solidFill>
            <a:srgbClr val="0A2F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416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 補充俯角、多帽型、托盤負樣本，建立嚴格資料集標注規範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425696"/>
            <a:ext cx="7955280" cy="320040"/>
          </a:xfrm>
          <a:prstGeom prst="rect">
            <a:avLst/>
          </a:prstGeom>
          <a:solidFill>
            <a:srgbClr val="0A2F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2569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 長期目標：參考 PRB-FPN 設計工廠場域客製化特徵強化模組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工廠安全偵測系統</dc:title>
  <dc:subject>PptxGenJS Presentation</dc:subject>
  <dc:creator>PptxGenJS</dc:creator>
  <cp:lastModifiedBy>PptxGenJS</cp:lastModifiedBy>
  <cp:revision>1</cp:revision>
  <dcterms:created xsi:type="dcterms:W3CDTF">2026-04-22T18:30:39Z</dcterms:created>
  <dcterms:modified xsi:type="dcterms:W3CDTF">2026-04-22T18:30:39Z</dcterms:modified>
</cp:coreProperties>
</file>